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1" r:id="rId4"/>
  </p:sldMasterIdLst>
  <p:notesMasterIdLst>
    <p:notesMasterId r:id="rId11"/>
  </p:notesMasterIdLst>
  <p:handoutMasterIdLst>
    <p:handoutMasterId r:id="rId12"/>
  </p:handoutMasterIdLst>
  <p:sldIdLst>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8"/>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9/22/2026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48400" y="2819400"/>
            <a:ext cx="5029200" cy="1295400"/>
          </a:xfrm>
        </p:spPr>
        <p:txBody>
          <a:bodyPr vert="horz" lIns="91440" tIns="45720" rIns="91440" bIns="45720" rtlCol="0" anchor="b">
            <a:normAutofit/>
          </a:bodyPr>
          <a:lstStyle>
            <a:lvl1pPr>
              <a:lnSpc>
                <a:spcPct val="100000"/>
              </a:lnSpc>
              <a:defRPr lang="en-US" sz="2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48400" y="4270248"/>
            <a:ext cx="5029200" cy="685800"/>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endParaRPr lang="en-US" dirty="0"/>
          </a:p>
        </p:txBody>
      </p:sp>
    </p:spTree>
    <p:extLst>
      <p:ext uri="{BB962C8B-B14F-4D97-AF65-F5344CB8AC3E}">
        <p14:creationId xmlns:p14="http://schemas.microsoft.com/office/powerpoint/2010/main" val="93857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D909A06-A364-5E3D-6D27-7FAA213CE4A0}"/>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78872" y="1830774"/>
            <a:ext cx="10827328" cy="4332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31E58F-1A72-99FC-BFB5-C1A7E18DCA88}"/>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5AB93EAD-9C49-0E73-60D2-E95D760F702A}"/>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E951C29A-9EE1-5B40-D317-4A98FF038C71}"/>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37463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0" y="3071529"/>
            <a:ext cx="5257800" cy="19812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0" y="5257800"/>
            <a:ext cx="5257800"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27588863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326112-1BD1-F5C0-ED77-E41EEFB039AF}"/>
              </a:ext>
            </a:extLst>
          </p:cNvPr>
          <p:cNvSpPr>
            <a:spLocks noGrp="1"/>
          </p:cNvSpPr>
          <p:nvPr>
            <p:ph type="ctrTitle"/>
          </p:nvPr>
        </p:nvSpPr>
        <p:spPr>
          <a:xfrm>
            <a:off x="678870" y="1142999"/>
            <a:ext cx="4807529" cy="3188635"/>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9" name="Subtitle 2">
            <a:extLst>
              <a:ext uri="{FF2B5EF4-FFF2-40B4-BE49-F238E27FC236}">
                <a16:creationId xmlns:a16="http://schemas.microsoft.com/office/drawing/2014/main" id="{E8300B8C-A996-EF72-0213-6F8F903337A4}"/>
              </a:ext>
            </a:extLst>
          </p:cNvPr>
          <p:cNvSpPr>
            <a:spLocks noGrp="1"/>
          </p:cNvSpPr>
          <p:nvPr>
            <p:ph type="subTitle" idx="1"/>
          </p:nvPr>
        </p:nvSpPr>
        <p:spPr>
          <a:xfrm>
            <a:off x="678870" y="4560236"/>
            <a:ext cx="4807529"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17910985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blipFill dpi="0" rotWithShape="1">
          <a:blip r:embed="rId2">
            <a:extLst>
              <a:ext uri="{BEBA8EAE-BF5A-486C-A8C5-ECC9F3942E4B}">
                <a14:imgProps xmlns:a14="http://schemas.microsoft.com/office/drawing/2010/main">
                  <a14:imgLayer r:embed="rId3">
                    <a14:imgEffect>
                      <a14:brightnessContrast brigh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58619" y="609601"/>
            <a:ext cx="5447581" cy="3768320"/>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58618" y="4662326"/>
            <a:ext cx="5447582" cy="1586073"/>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1" y="609600"/>
            <a:ext cx="4935358" cy="5638800"/>
          </a:xfrm>
          <a:blipFill>
            <a:blip r:embed="rId4">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2747729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8871" y="529496"/>
            <a:ext cx="10827330" cy="990600"/>
          </a:xfrm>
        </p:spPr>
        <p:txBody>
          <a:bodyPr vert="horz" lIns="91440" tIns="45720" rIns="91440" bIns="45720" rtlCol="0" anchor="ctr">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8871" y="5337048"/>
            <a:ext cx="10827329" cy="987552"/>
          </a:xfrm>
        </p:spPr>
        <p:txBody>
          <a:bodyPr vert="horz" lIns="91440" tIns="45720" rIns="91440" bIns="45720" rtlCol="0" anchor="ctr">
            <a:normAutofit/>
          </a:bodyPr>
          <a:lstStyle>
            <a:lvl1pPr marL="0" indent="0" algn="ctr">
              <a:buNone/>
              <a:defRPr lang="en-US" sz="1600" dirty="0"/>
            </a:lvl1pPr>
          </a:lstStyle>
          <a:p>
            <a:pPr lvl="0"/>
            <a:r>
              <a:rPr lang="en-US"/>
              <a:t>Click to edit Master subtitle style</a:t>
            </a:r>
          </a:p>
        </p:txBody>
      </p:sp>
      <p:sp>
        <p:nvSpPr>
          <p:cNvPr id="4" name="Picture Placeholder 10">
            <a:extLst>
              <a:ext uri="{FF2B5EF4-FFF2-40B4-BE49-F238E27FC236}">
                <a16:creationId xmlns:a16="http://schemas.microsoft.com/office/drawing/2014/main" id="{3C616236-6C34-2AB3-9A30-9F0CB3F4E1B7}"/>
              </a:ext>
            </a:extLst>
          </p:cNvPr>
          <p:cNvSpPr>
            <a:spLocks noGrp="1"/>
          </p:cNvSpPr>
          <p:nvPr>
            <p:ph type="pic" sz="quarter" idx="13" hasCustomPrompt="1"/>
          </p:nvPr>
        </p:nvSpPr>
        <p:spPr>
          <a:xfrm>
            <a:off x="678871" y="2019299"/>
            <a:ext cx="10827330" cy="2819402"/>
          </a:xfrm>
          <a:blipFill>
            <a:blip r:embed="rId3">
              <a:alphaModFix amt="60000"/>
              <a:extLst>
                <a:ext uri="{28A0092B-C50C-407E-A947-70E740481C1C}">
                  <a14:useLocalDpi xmlns:a14="http://schemas.microsoft.com/office/drawing/2010/main" val="0"/>
                </a:ext>
              </a:extLst>
            </a:blip>
            <a:srcRect/>
            <a:stretch>
              <a:fillRect t="-71622" b="-47190"/>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3597725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24600" y="609600"/>
            <a:ext cx="5188529" cy="4953000"/>
          </a:xfr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18504" y="5867400"/>
            <a:ext cx="5188529" cy="377573"/>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A3E0057A-BBE1-599B-C438-DC65F9614590}"/>
              </a:ext>
            </a:extLst>
          </p:cNvPr>
          <p:cNvSpPr>
            <a:spLocks noGrp="1"/>
          </p:cNvSpPr>
          <p:nvPr>
            <p:ph type="pic" sz="quarter" idx="13" hasCustomPrompt="1"/>
          </p:nvPr>
        </p:nvSpPr>
        <p:spPr>
          <a:xfrm>
            <a:off x="678871" y="609600"/>
            <a:ext cx="4935358" cy="5638800"/>
          </a:xfrm>
          <a:blipFill>
            <a:blip r:embed="rId3">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2055004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1450" y="4038601"/>
            <a:ext cx="6587550" cy="2209800"/>
          </a:xfrm>
        </p:spPr>
        <p:txBody>
          <a:bodyPr vert="horz" lIns="91440" tIns="45720" rIns="91440" bIns="45720" rtlCol="0" anchor="t">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8600" y="4038601"/>
            <a:ext cx="3657600" cy="2209799"/>
          </a:xfrm>
        </p:spPr>
        <p:txBody>
          <a:bodyPr vert="horz" lIns="91440" tIns="45720" rIns="91440" bIns="45720" rtlCol="0" anchor="b">
            <a:normAutofit/>
          </a:bodyPr>
          <a:lstStyle>
            <a:lvl1pPr marL="0" indent="0" algn="r">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0" y="609598"/>
            <a:ext cx="10827330" cy="2819402"/>
          </a:xfrm>
          <a:blipFill>
            <a:blip r:embed="rId3">
              <a:alphaModFix amt="60000"/>
              <a:extLst>
                <a:ext uri="{28A0092B-C50C-407E-A947-70E740481C1C}">
                  <a14:useLocalDpi xmlns:a14="http://schemas.microsoft.com/office/drawing/2010/main" val="0"/>
                </a:ext>
              </a:extLst>
            </a:blip>
            <a:srcRect/>
            <a:stretch>
              <a:fillRect t="-86486" b="-32326"/>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5454834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2943596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29743663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1CED7D0-671B-7F63-5130-E35828ABE878}"/>
              </a:ext>
            </a:extLst>
          </p:cNvPr>
          <p:cNvSpPr>
            <a:spLocks noGrp="1"/>
          </p:cNvSpPr>
          <p:nvPr>
            <p:ph type="title"/>
          </p:nvPr>
        </p:nvSpPr>
        <p:spPr>
          <a:xfrm>
            <a:off x="4572000" y="1340668"/>
            <a:ext cx="6932507" cy="1135838"/>
          </a:xfrm>
        </p:spPr>
        <p:txBody>
          <a:bodyPr anchor="b">
            <a:normAutofit/>
          </a:bodyPr>
          <a:lstStyle>
            <a:lvl1pPr>
              <a:defRPr sz="2800"/>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22A82A9B-9EBD-0A77-F607-E839D43652B1}"/>
              </a:ext>
            </a:extLst>
          </p:cNvPr>
          <p:cNvSpPr>
            <a:spLocks noGrp="1"/>
          </p:cNvSpPr>
          <p:nvPr>
            <p:ph sz="quarter" idx="13"/>
          </p:nvPr>
        </p:nvSpPr>
        <p:spPr>
          <a:xfrm>
            <a:off x="4571999" y="2743200"/>
            <a:ext cx="6932508" cy="3419856"/>
          </a:xfrm>
          <a:noFill/>
        </p:spPr>
        <p:txBody>
          <a:bodyPr>
            <a:normAutofit/>
          </a:bodyPr>
          <a:lstStyle>
            <a:lvl1pPr marL="457200" indent="-457200">
              <a:buFont typeface="+mj-lt"/>
              <a:buAutoNum type="arabicPeriod"/>
              <a:defRPr sz="1800">
                <a:solidFill>
                  <a:schemeClr val="tx1"/>
                </a:solidFill>
              </a:defRPr>
            </a:lvl1pPr>
            <a:lvl2pPr marL="571500" indent="-3429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2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5582C81-1CE9-A2E1-1417-0667434DFD22}"/>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B4EFFC3A-D237-7CAA-92EF-DF9B810EB271}"/>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F3E7B383-8CF2-6BB2-8F46-605FE9710B27}"/>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9683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3"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2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97B878F-3C07-D360-EC90-8FEFB87A77CD}"/>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018733C-68A4-04E1-A968-B5C15E3F7EE2}"/>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978E9E97-1DED-CCA3-AF67-F1BAD79A819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24535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2EDB1F-A73E-55BD-6BDA-F64978102A97}"/>
              </a:ext>
            </a:extLst>
          </p:cNvPr>
          <p:cNvSpPr>
            <a:spLocks noGrp="1"/>
          </p:cNvSpPr>
          <p:nvPr>
            <p:ph type="title"/>
          </p:nvPr>
        </p:nvSpPr>
        <p:spPr>
          <a:xfrm>
            <a:off x="5708024" y="855636"/>
            <a:ext cx="5796484" cy="1070776"/>
          </a:xfrm>
        </p:spPr>
        <p:txBody>
          <a:bodyPr/>
          <a:lstStyle/>
          <a:p>
            <a:r>
              <a:rPr lang="en-US"/>
              <a:t>Click to edit Master title style</a:t>
            </a:r>
            <a:endParaRPr lang="en-US" dirty="0"/>
          </a:p>
        </p:txBody>
      </p:sp>
      <p:sp>
        <p:nvSpPr>
          <p:cNvPr id="13" name="Content Placeholder 7">
            <a:extLst>
              <a:ext uri="{FF2B5EF4-FFF2-40B4-BE49-F238E27FC236}">
                <a16:creationId xmlns:a16="http://schemas.microsoft.com/office/drawing/2014/main" id="{A4047690-7015-54CB-752C-C1C7BE42D7C7}"/>
              </a:ext>
            </a:extLst>
          </p:cNvPr>
          <p:cNvSpPr>
            <a:spLocks noGrp="1"/>
          </p:cNvSpPr>
          <p:nvPr>
            <p:ph sz="quarter" idx="14"/>
          </p:nvPr>
        </p:nvSpPr>
        <p:spPr>
          <a:xfrm>
            <a:off x="5708024" y="2057400"/>
            <a:ext cx="5798176"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071DA00E-F240-EC85-5E2B-4DE591F61044}"/>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a:defRPr sz="900">
                <a:solidFill>
                  <a:schemeClr val="tx1"/>
                </a:solidFill>
              </a:defRPr>
            </a:lvl1pPr>
          </a:lstStyle>
          <a:p>
            <a:endParaRPr lang="en-US" sz="900"/>
          </a:p>
        </p:txBody>
      </p:sp>
      <p:sp>
        <p:nvSpPr>
          <p:cNvPr id="5" name="Date Placeholder 8">
            <a:extLst>
              <a:ext uri="{FF2B5EF4-FFF2-40B4-BE49-F238E27FC236}">
                <a16:creationId xmlns:a16="http://schemas.microsoft.com/office/drawing/2014/main" id="{EED5FCE3-5050-A9AE-69B1-6AAB64B63174}"/>
              </a:ext>
            </a:extLst>
          </p:cNvPr>
          <p:cNvSpPr>
            <a:spLocks noGrp="1"/>
          </p:cNvSpPr>
          <p:nvPr>
            <p:ph type="dt" sz="half" idx="16"/>
          </p:nvPr>
        </p:nvSpPr>
        <p:spPr>
          <a:xfrm>
            <a:off x="3505380" y="6346745"/>
            <a:ext cx="1762359" cy="365125"/>
          </a:xfrm>
        </p:spPr>
        <p:txBody>
          <a:bodyPr/>
          <a:lstStyle/>
          <a:p>
            <a:endParaRPr lang="en-US" dirty="0"/>
          </a:p>
        </p:txBody>
      </p:sp>
      <p:sp>
        <p:nvSpPr>
          <p:cNvPr id="11" name="Slide Number Placeholder 5">
            <a:extLst>
              <a:ext uri="{FF2B5EF4-FFF2-40B4-BE49-F238E27FC236}">
                <a16:creationId xmlns:a16="http://schemas.microsoft.com/office/drawing/2014/main" id="{BE15DD76-F653-F74F-4DCD-674241F38B03}"/>
              </a:ext>
            </a:extLst>
          </p:cNvPr>
          <p:cNvSpPr>
            <a:spLocks noGrp="1"/>
          </p:cNvSpPr>
          <p:nvPr>
            <p:ph type="sldNum" sz="quarter" idx="4"/>
          </p:nvPr>
        </p:nvSpPr>
        <p:spPr>
          <a:xfrm>
            <a:off x="5350612"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5501419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1385287"/>
            <a:ext cx="4973865" cy="147022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24600" y="1385287"/>
            <a:ext cx="5181600" cy="3491513"/>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D8DAA7E-55EA-19E9-ECC7-C74FE582C066}"/>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F623C363-6C3B-E28D-06F5-AB2EC53D7B80}"/>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D803258A-CFF4-775F-A29D-30D91D4A509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077121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20333"/>
            <a:ext cx="7208520" cy="57506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04084" y="1600200"/>
            <a:ext cx="5735507" cy="2590800"/>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F391C811-7699-F021-4CCB-539ACAD0BB23}"/>
              </a:ext>
            </a:extLst>
          </p:cNvPr>
          <p:cNvSpPr>
            <a:spLocks noGrp="1"/>
          </p:cNvSpPr>
          <p:nvPr>
            <p:ph type="ftr" sz="quarter" idx="15"/>
          </p:nvPr>
        </p:nvSpPr>
        <p:spPr>
          <a:xfrm>
            <a:off x="678871" y="6343955"/>
            <a:ext cx="2739181" cy="365125"/>
          </a:xfrm>
        </p:spPr>
        <p:txBody>
          <a:bodyPr/>
          <a:lstStyle/>
          <a:p>
            <a:endParaRPr lang="en-US" dirty="0"/>
          </a:p>
        </p:txBody>
      </p:sp>
      <p:sp>
        <p:nvSpPr>
          <p:cNvPr id="9" name="Date Placeholder 8">
            <a:extLst>
              <a:ext uri="{FF2B5EF4-FFF2-40B4-BE49-F238E27FC236}">
                <a16:creationId xmlns:a16="http://schemas.microsoft.com/office/drawing/2014/main" id="{C8D4E6C4-6819-0DF7-D9C4-34177C161B9C}"/>
              </a:ext>
            </a:extLst>
          </p:cNvPr>
          <p:cNvSpPr>
            <a:spLocks noGrp="1"/>
          </p:cNvSpPr>
          <p:nvPr>
            <p:ph type="dt" sz="half" idx="16"/>
          </p:nvPr>
        </p:nvSpPr>
        <p:spPr>
          <a:xfrm>
            <a:off x="3785216" y="6343954"/>
            <a:ext cx="2202644" cy="365125"/>
          </a:xfrm>
        </p:spPr>
        <p:txBody>
          <a:bodyPr/>
          <a:lstStyle/>
          <a:p>
            <a:endParaRPr lang="en-US" dirty="0"/>
          </a:p>
        </p:txBody>
      </p:sp>
      <p:sp>
        <p:nvSpPr>
          <p:cNvPr id="5" name="Slide Number Placeholder 5">
            <a:extLst>
              <a:ext uri="{FF2B5EF4-FFF2-40B4-BE49-F238E27FC236}">
                <a16:creationId xmlns:a16="http://schemas.microsoft.com/office/drawing/2014/main" id="{958998F3-C99E-11E5-BC33-937A455B2FFB}"/>
              </a:ext>
            </a:extLst>
          </p:cNvPr>
          <p:cNvSpPr>
            <a:spLocks noGrp="1"/>
          </p:cNvSpPr>
          <p:nvPr>
            <p:ph type="sldNum" sz="quarter" idx="4"/>
          </p:nvPr>
        </p:nvSpPr>
        <p:spPr>
          <a:xfrm>
            <a:off x="6082179"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714393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2" y="1388700"/>
            <a:ext cx="3859262"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7117"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BE56440-14E3-7B9A-D161-08AB10B8DCA7}"/>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85E8A7CF-81AE-0AC6-B47B-E2C1EA9D9AC7}"/>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C4A578E8-BCF2-BF9D-84B5-AA93D14D0DF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6675319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9" y="1050111"/>
            <a:ext cx="3425026" cy="3977107"/>
          </a:xfrm>
        </p:spPr>
        <p:txBody>
          <a:bodyPr anchor="t">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05601"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3">
            <a:extLst>
              <a:ext uri="{FF2B5EF4-FFF2-40B4-BE49-F238E27FC236}">
                <a16:creationId xmlns:a16="http://schemas.microsoft.com/office/drawing/2014/main" id="{9C54C37D-3064-C3C9-078B-4FC8A705FCD0}"/>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3" name="Slide Number Placeholder 5">
            <a:extLst>
              <a:ext uri="{FF2B5EF4-FFF2-40B4-BE49-F238E27FC236}">
                <a16:creationId xmlns:a16="http://schemas.microsoft.com/office/drawing/2014/main" id="{C277C0F5-D964-B2D1-0F39-EC17AB0741BA}"/>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5146772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8" y="685799"/>
            <a:ext cx="3276601" cy="5477257"/>
          </a:xfrm>
        </p:spPr>
        <p:txBody>
          <a:bodyPr anchor="t">
            <a:norm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1" y="685800"/>
            <a:ext cx="6858000" cy="5477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5E77C0F-A50D-ABB1-D91B-F877E2E82975}"/>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EBE0A937-543E-BBB8-39DD-1E9A45291F2C}"/>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BC8C33EC-C7FC-72B4-C208-8BA6FD4B585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07697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687494"/>
            <a:ext cx="2618139" cy="2017614"/>
          </a:xfrm>
        </p:spPr>
        <p:txBody>
          <a:bodyPr anchor="b"/>
          <a:lstStyle>
            <a:lvl1pPr>
              <a:defRPr sz="2400"/>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7171" y="687492"/>
            <a:ext cx="7500648"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5011" r="-15011"/>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83064"/>
            <a:ext cx="2625774" cy="318744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F4A72B8-D6F1-AF2B-DF03-17FD2A737E2E}"/>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C6CDF5D5-DF03-873F-A2DA-E5C0EF793F8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C10C7DB-FD9D-21A6-66CB-087260FBAF71}"/>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2494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5012268"/>
            <a:ext cx="3953296" cy="1127275"/>
          </a:xfrm>
        </p:spPr>
        <p:txBody>
          <a:bodyPr anchor="t">
            <a:no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685800"/>
            <a:ext cx="10827330" cy="3940196"/>
          </a:xfrm>
          <a:blipFill>
            <a:blip r:embed="rId2">
              <a:alphaModFix amt="60000"/>
              <a:extLst>
                <a:ext uri="{28A0092B-C50C-407E-A947-70E740481C1C}">
                  <a14:useLocalDpi xmlns:a14="http://schemas.microsoft.com/office/drawing/2010/main" val="0"/>
                </a:ext>
              </a:extLst>
            </a:blip>
            <a:srcRect/>
            <a:stretch>
              <a:fillRect t="-44691" b="-980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ADB2910-904E-268B-43B3-CAE9F2E4A0F3}"/>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323FEBCC-AB7F-E034-5C1D-1AFF70FC780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E1EE381-D50D-08D2-2D1B-9E61241A22B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3943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953296" cy="1127275"/>
          </a:xfrm>
        </p:spPr>
        <p:txBody>
          <a:bodyPr anchor="t">
            <a:no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685800"/>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212152"/>
            <a:ext cx="10827330" cy="3940196"/>
          </a:xfrm>
          <a:blipFill>
            <a:blip r:embed="rId2">
              <a:alphaModFix amt="60000"/>
              <a:extLst>
                <a:ext uri="{28A0092B-C50C-407E-A947-70E740481C1C}">
                  <a14:useLocalDpi xmlns:a14="http://schemas.microsoft.com/office/drawing/2010/main" val="0"/>
                </a:ext>
              </a:extLst>
            </a:blip>
            <a:srcRect/>
            <a:stretch>
              <a:fillRect t="-46364" b="-8130"/>
            </a:stretch>
          </a:blipFill>
        </p:spPr>
        <p:txBody>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BC151189-9025-E7C1-B611-A7A2BD03B499}"/>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6DEA616-DF83-AFFF-BC05-5AF6783B358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BCBF149-C859-79EF-0D12-15B124182A2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78864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4"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8CB16A7-2B91-9487-82EB-D7D51219847E}"/>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8D7B84B-FBFC-D589-881E-D4EA9886A3F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0F3CF0F-496C-B902-B8FD-2D816F5CB7AC}"/>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23631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7494" y="687492"/>
            <a:ext cx="6308414" cy="2017614"/>
          </a:xfrm>
        </p:spPr>
        <p:txBody>
          <a:bodyPr anchor="b">
            <a:norm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7494" y="2997200"/>
            <a:ext cx="6308414"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7" y="687492"/>
            <a:ext cx="3878100"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75737" r="-75737"/>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0FFD054A-88D2-8AC5-BB55-C59F527695C7}"/>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F085A21E-8763-2E88-7470-09E43DCB775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A399C91-F0A3-3A11-A3D6-7F34DD79D69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232863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5841522" y="687494"/>
            <a:ext cx="5662983" cy="1049291"/>
          </a:xfrm>
        </p:spPr>
        <p:txBody>
          <a:bodyPr anchor="t"/>
          <a:lstStyle/>
          <a:p>
            <a:r>
              <a:rPr lang="en-US"/>
              <a:t>Click to edit Master title style</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678871" y="687492"/>
            <a:ext cx="4452410"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9518" r="-59518"/>
            </a:stretch>
          </a:blipFill>
        </p:spPr>
        <p:txBody>
          <a:bodyPr wrap="square">
            <a:noAutofit/>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5841522" y="2053560"/>
            <a:ext cx="567160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4DF20DA-AED3-283F-9A9E-1F1BCED1D049}"/>
              </a:ext>
            </a:extLst>
          </p:cNvPr>
          <p:cNvSpPr>
            <a:spLocks noGrp="1"/>
          </p:cNvSpPr>
          <p:nvPr>
            <p:ph type="ftr" sz="quarter" idx="17"/>
          </p:nvPr>
        </p:nvSpPr>
        <p:spPr/>
        <p:txBody>
          <a:bodyPr/>
          <a:lstStyle/>
          <a:p>
            <a:endParaRPr lang="en-US" dirty="0"/>
          </a:p>
        </p:txBody>
      </p:sp>
      <p:sp>
        <p:nvSpPr>
          <p:cNvPr id="2" name="Date Placeholder 1">
            <a:extLst>
              <a:ext uri="{FF2B5EF4-FFF2-40B4-BE49-F238E27FC236}">
                <a16:creationId xmlns:a16="http://schemas.microsoft.com/office/drawing/2014/main" id="{CD6F5FD8-373C-BC99-B74A-71C2F138E475}"/>
              </a:ext>
            </a:extLst>
          </p:cNvPr>
          <p:cNvSpPr>
            <a:spLocks noGrp="1"/>
          </p:cNvSpPr>
          <p:nvPr>
            <p:ph type="dt" sz="half" idx="16"/>
          </p:nvPr>
        </p:nvSpPr>
        <p:spPr/>
        <p:txBody>
          <a:bodyPr/>
          <a:lstStyle/>
          <a:p>
            <a:endParaRPr lang="en-US" dirty="0"/>
          </a:p>
        </p:txBody>
      </p:sp>
      <p:sp>
        <p:nvSpPr>
          <p:cNvPr id="5" name="Slide Number Placeholder 4">
            <a:extLst>
              <a:ext uri="{FF2B5EF4-FFF2-40B4-BE49-F238E27FC236}">
                <a16:creationId xmlns:a16="http://schemas.microsoft.com/office/drawing/2014/main" id="{FCDC579E-F3C4-55B0-6D77-9FEBF71C56B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393162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679869" y="687494"/>
            <a:ext cx="6318225" cy="1049291"/>
          </a:xfrm>
        </p:spPr>
        <p:txBody>
          <a:bodyPr anchor="t"/>
          <a:lstStyle/>
          <a:p>
            <a:r>
              <a:rPr lang="en-US"/>
              <a:t>Click to edit Master title style</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678871" y="2053560"/>
            <a:ext cx="632784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7707542" y="687492"/>
            <a:ext cx="3805587"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67197" r="-67197"/>
            </a:stretch>
          </a:blipFill>
        </p:spPr>
        <p:txBody>
          <a:bodyPr wrap="square">
            <a:noAutofit/>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8FC07B-DBB3-6713-7446-1CB062A1752F}"/>
              </a:ext>
            </a:extLst>
          </p:cNvPr>
          <p:cNvSpPr>
            <a:spLocks noGrp="1"/>
          </p:cNvSpPr>
          <p:nvPr>
            <p:ph type="ftr" sz="quarter" idx="17"/>
          </p:nvPr>
        </p:nvSpPr>
        <p:spPr/>
        <p:txBody>
          <a:bodyPr/>
          <a:lstStyle/>
          <a:p>
            <a:endParaRPr lang="en-US" dirty="0"/>
          </a:p>
        </p:txBody>
      </p:sp>
      <p:sp>
        <p:nvSpPr>
          <p:cNvPr id="2" name="Date Placeholder 1">
            <a:extLst>
              <a:ext uri="{FF2B5EF4-FFF2-40B4-BE49-F238E27FC236}">
                <a16:creationId xmlns:a16="http://schemas.microsoft.com/office/drawing/2014/main" id="{CC5CE356-8F45-9528-A1A3-57FFB6F123C7}"/>
              </a:ext>
            </a:extLst>
          </p:cNvPr>
          <p:cNvSpPr>
            <a:spLocks noGrp="1"/>
          </p:cNvSpPr>
          <p:nvPr>
            <p:ph type="dt" sz="half" idx="16"/>
          </p:nvPr>
        </p:nvSpPr>
        <p:spPr/>
        <p:txBody>
          <a:bodyPr/>
          <a:lstStyle/>
          <a:p>
            <a:endParaRPr lang="en-US" dirty="0"/>
          </a:p>
        </p:txBody>
      </p:sp>
      <p:sp>
        <p:nvSpPr>
          <p:cNvPr id="7" name="Slide Number Placeholder 6">
            <a:extLst>
              <a:ext uri="{FF2B5EF4-FFF2-40B4-BE49-F238E27FC236}">
                <a16:creationId xmlns:a16="http://schemas.microsoft.com/office/drawing/2014/main" id="{019DD9CF-D579-D07B-C24D-5A89B1A420D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056995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3880757"/>
            <a:ext cx="2978729" cy="2282300"/>
          </a:xfrm>
        </p:spPr>
        <p:txBody>
          <a:bodyPr anchor="t">
            <a:normAutofit/>
          </a:bodyPr>
          <a:lstStyle>
            <a:lvl1pPr>
              <a:defRPr sz="2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732115"/>
            <a:ext cx="10827329" cy="2711216"/>
          </a:xfrm>
          <a:blipFill>
            <a:blip r:embed="rId2">
              <a:alphaModFix amt="60000"/>
              <a:extLst>
                <a:ext uri="{28A0092B-C50C-407E-A947-70E740481C1C}">
                  <a14:useLocalDpi xmlns:a14="http://schemas.microsoft.com/office/drawing/2010/main" val="0"/>
                </a:ext>
              </a:extLst>
            </a:blip>
            <a:srcRect/>
            <a:stretch>
              <a:fillRect t="-84535" b="-3999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8"/>
            <a:ext cx="7404607" cy="22823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E808D1-FDEB-C4DA-A78C-86E9E878FFA9}"/>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ABDC3112-C844-AF9C-BD29-9F54BFB4BEA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853455F-03AC-59D9-5F32-49E6590DEC4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962720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443498" cy="2330454"/>
          </a:xfrm>
        </p:spPr>
        <p:txBody>
          <a:bodyPr anchor="t">
            <a:normAutofit/>
          </a:bodyPr>
          <a:lstStyle>
            <a:lvl1pPr>
              <a:defRPr sz="2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13267" y="685800"/>
            <a:ext cx="6892933"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78871" y="3636524"/>
            <a:ext cx="10827329" cy="2513999"/>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rcRect/>
            <a:stretch>
              <a:fillRect t="-94491" b="-49353"/>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E71176D-6F59-6E6F-1B64-88FAB9F6DCC5}"/>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21D15A84-35DF-61C1-E0CD-9C9F5E85A15C}"/>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D30D8B36-4FE1-E52B-160B-145190055FA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47773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65601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8731" r="-8731"/>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848599" y="1830773"/>
            <a:ext cx="3657601"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9C74D3-4953-87AB-DEFD-DAE552B32F2A}"/>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33B4D3FF-FC3B-DF81-D68A-C24A7A51E7F8}"/>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E0B1B140-6B27-A9E5-686F-E0A1260B131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204788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51123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25363" r="-25363"/>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62821" y="1830773"/>
            <a:ext cx="5143379"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A4CDA6C-1820-A056-2B4A-240B4D831E43}"/>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1E93D0EB-A6DA-C46E-D18F-B61C44EF0422}"/>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86BB683A-634D-19CA-3758-07887799DC4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696276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685800"/>
            <a:ext cx="4274130" cy="126948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173850"/>
            <a:ext cx="4274130" cy="3963682"/>
          </a:xfrm>
          <a:blipFill>
            <a:blip r:embed="rId2">
              <a:alphaModFix amt="60000"/>
              <a:extLst>
                <a:ext uri="{28A0092B-C50C-407E-A947-70E740481C1C}">
                  <a14:useLocalDpi xmlns:a14="http://schemas.microsoft.com/office/drawing/2010/main" val="0"/>
                </a:ext>
              </a:extLst>
            </a:blip>
            <a:srcRect/>
            <a:stretch>
              <a:fillRect l="-32473" r="-3247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73333" y="685800"/>
            <a:ext cx="5932867" cy="5477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1D79C85-F436-B8CC-25B1-1484A2E6D9E5}"/>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370E5895-9C3C-E2ED-0696-017C51EB8F17}"/>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6110E32-BBC0-38C8-4A92-51464FFB2E45}"/>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013981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1763" y="687493"/>
            <a:ext cx="6724438" cy="144610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8871" y="687492"/>
            <a:ext cx="3435929"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91918" r="-91918"/>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783374" y="2419354"/>
            <a:ext cx="671421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D434C21-9AE9-F631-7C47-0FF6C5942762}"/>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13D4C698-492C-2FAD-95DB-969CC69A6005}"/>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85539C1F-4C6E-483B-915F-317EFA8BE922}"/>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500434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6275" y="687493"/>
            <a:ext cx="7379174" cy="144610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78871" y="2419354"/>
            <a:ext cx="736795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8724022" y="687492"/>
            <a:ext cx="2789107"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24830" r="-124830"/>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DA01B279-14F8-811B-68AF-FDEBF89CFB1F}"/>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72087AEB-2562-14F9-A50E-AD7A31F76ADF}"/>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D8BBF552-6277-D4E7-9B98-D4080873F74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018903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3754218" y="687493"/>
            <a:ext cx="7758911" cy="98890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7494" y="687492"/>
            <a:ext cx="2360507" cy="5483016"/>
          </a:xfrm>
          <a:blipFill>
            <a:blip r:embed="rId2">
              <a:alphaModFix amt="60000"/>
              <a:extLst>
                <a:ext uri="{28A0092B-C50C-407E-A947-70E740481C1C}">
                  <a14:useLocalDpi xmlns:a14="http://schemas.microsoft.com/office/drawing/2010/main" val="0"/>
                </a:ext>
              </a:extLst>
            </a:blip>
            <a:srcRect/>
            <a:stretch>
              <a:fillRect l="-156574" r="-156574"/>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3754218" y="1953528"/>
            <a:ext cx="7750288"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B734294-24E0-2032-5C49-55BAB969D42C}"/>
              </a:ext>
            </a:extLst>
          </p:cNvPr>
          <p:cNvSpPr>
            <a:spLocks noGrp="1"/>
          </p:cNvSpPr>
          <p:nvPr>
            <p:ph type="ftr" sz="quarter" idx="16"/>
          </p:nvPr>
        </p:nvSpPr>
        <p:spPr/>
        <p:txBody>
          <a:bodyPr/>
          <a:lstStyle/>
          <a:p>
            <a:endParaRPr lang="en-US" dirty="0"/>
          </a:p>
        </p:txBody>
      </p:sp>
      <p:sp>
        <p:nvSpPr>
          <p:cNvPr id="2" name="Date Placeholder 1">
            <a:extLst>
              <a:ext uri="{FF2B5EF4-FFF2-40B4-BE49-F238E27FC236}">
                <a16:creationId xmlns:a16="http://schemas.microsoft.com/office/drawing/2014/main" id="{4B22AC9E-77BC-1AD2-8EB8-923CDF4BBE01}"/>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5A2A8A83-D457-8B0A-7A32-F95024D8D586}"/>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205788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678131" y="687493"/>
            <a:ext cx="8424453" cy="988908"/>
          </a:xfrm>
        </p:spPr>
        <p:txBody>
          <a:bodyPr anchor="t"/>
          <a:lstStyle/>
          <a:p>
            <a:r>
              <a:rPr lang="en-US"/>
              <a:t>Click to edit Master title style</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678871" y="1953528"/>
            <a:ext cx="8415090"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769355" y="687492"/>
            <a:ext cx="1722308" cy="5483016"/>
          </a:xfrm>
          <a:blipFill>
            <a:blip r:embed="rId2">
              <a:alphaModFix amt="60000"/>
              <a:extLst>
                <a:ext uri="{28A0092B-C50C-407E-A947-70E740481C1C}">
                  <a14:useLocalDpi xmlns:a14="http://schemas.microsoft.com/office/drawing/2010/main" val="0"/>
                </a:ext>
              </a:extLst>
            </a:blip>
            <a:srcRect/>
            <a:stretch>
              <a:fillRect l="-233120" r="-233120"/>
            </a:stretch>
          </a:blipFill>
        </p:spPr>
        <p:txBody>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63ABC3-6B6D-93A5-5D5C-31E2D53D3F40}"/>
              </a:ext>
            </a:extLst>
          </p:cNvPr>
          <p:cNvSpPr>
            <a:spLocks noGrp="1"/>
          </p:cNvSpPr>
          <p:nvPr>
            <p:ph type="ftr" sz="quarter" idx="16"/>
          </p:nvPr>
        </p:nvSpPr>
        <p:spPr/>
        <p:txBody>
          <a:bodyPr/>
          <a:lstStyle/>
          <a:p>
            <a:endParaRPr lang="en-US" dirty="0"/>
          </a:p>
        </p:txBody>
      </p:sp>
      <p:sp>
        <p:nvSpPr>
          <p:cNvPr id="2" name="Date Placeholder 1">
            <a:extLst>
              <a:ext uri="{FF2B5EF4-FFF2-40B4-BE49-F238E27FC236}">
                <a16:creationId xmlns:a16="http://schemas.microsoft.com/office/drawing/2014/main" id="{C47FF304-5BE8-9322-A906-1705F80BA2A6}"/>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A9E9EE94-4C42-847B-A24C-BB0C72B4D29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832076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2855064" cy="2972670"/>
          </a:xfrm>
        </p:spPr>
        <p:txBody>
          <a:bodyPr anchor="t">
            <a:norm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0" y="3942324"/>
            <a:ext cx="2855065" cy="2206578"/>
          </a:xfrm>
          <a:blipFill>
            <a:blip r:embed="rId2">
              <a:alphaModFix amt="60000"/>
              <a:extLst>
                <a:ext uri="{28A0092B-C50C-407E-A947-70E740481C1C}">
                  <a14:useLocalDpi xmlns:a14="http://schemas.microsoft.com/office/drawing/2010/main" val="0"/>
                </a:ext>
              </a:extLst>
            </a:blip>
            <a:srcRect/>
            <a:stretch>
              <a:fillRect l="-18733" r="-1873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54267" y="687492"/>
            <a:ext cx="7348626" cy="54830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BD4A13-0539-3541-39AF-1B480EBA2F2D}"/>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FB8ACC0E-954E-D09D-5796-336CDFE59B7E}"/>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2AB00B6B-DAF9-BF70-8202-C26BBB5E7434}"/>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21456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26CE28-2F47-41A4-DF25-8AEC2F9F9580}"/>
              </a:ext>
            </a:extLst>
          </p:cNvPr>
          <p:cNvSpPr>
            <a:spLocks noGrp="1"/>
          </p:cNvSpPr>
          <p:nvPr>
            <p:ph type="title"/>
          </p:nvPr>
        </p:nvSpPr>
        <p:spPr>
          <a:xfrm>
            <a:off x="678872" y="5027214"/>
            <a:ext cx="7620000" cy="1135842"/>
          </a:xfrm>
        </p:spPr>
        <p:txBody>
          <a:bodyPr anchor="t">
            <a:normAutofit/>
          </a:bodyPr>
          <a:lstStyle>
            <a:lvl1pPr>
              <a:defRPr sz="2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57B16B5-93A5-3ACF-80AB-6B1967DD6DE4}"/>
              </a:ext>
            </a:extLst>
          </p:cNvPr>
          <p:cNvSpPr>
            <a:spLocks noGrp="1"/>
          </p:cNvSpPr>
          <p:nvPr>
            <p:ph sz="quarter" idx="14" hasCustomPrompt="1"/>
          </p:nvPr>
        </p:nvSpPr>
        <p:spPr>
          <a:xfrm>
            <a:off x="678872" y="2743201"/>
            <a:ext cx="5638800" cy="2284013"/>
          </a:xfrm>
        </p:spPr>
        <p:txBody>
          <a:bodyPr anchor="b"/>
          <a:lstStyle>
            <a:lvl1pPr marL="0" indent="0">
              <a:buNone/>
              <a:defRPr sz="13800"/>
            </a:lvl1pPr>
          </a:lstStyle>
          <a:p>
            <a:pPr lvl="0"/>
            <a:r>
              <a:rPr lang="en-US" dirty="0"/>
              <a:t>##%</a:t>
            </a:r>
          </a:p>
        </p:txBody>
      </p:sp>
    </p:spTree>
    <p:extLst>
      <p:ext uri="{BB962C8B-B14F-4D97-AF65-F5344CB8AC3E}">
        <p14:creationId xmlns:p14="http://schemas.microsoft.com/office/powerpoint/2010/main" val="16267011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562600" y="4800600"/>
            <a:ext cx="5943600" cy="1388534"/>
          </a:xfrm>
        </p:spPr>
        <p:txBody>
          <a:bodyPr vert="horz" lIns="91440" tIns="45720" rIns="91440" bIns="45720" rtlCol="0" anchor="t">
            <a:normAutofit/>
          </a:bodyPr>
          <a:lstStyle>
            <a:lvl1pPr algn="r">
              <a:lnSpc>
                <a:spcPct val="110000"/>
              </a:lnSpc>
              <a:defRPr lang="en-US" sz="2000" dirty="0">
                <a:latin typeface="+mn-lt"/>
              </a:defRPr>
            </a:lvl1pPr>
          </a:lstStyle>
          <a:p>
            <a:pPr lvl="0">
              <a:lnSpc>
                <a:spcPct val="110000"/>
              </a:lnSpc>
            </a:pPr>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562601" y="1676400"/>
            <a:ext cx="5943600" cy="3124200"/>
          </a:xfrm>
        </p:spPr>
        <p:txBody>
          <a:bodyPr vert="horz" lIns="91440" tIns="45720" rIns="91440" bIns="45720" rtlCol="0" anchor="b">
            <a:normAutofit/>
          </a:bodyPr>
          <a:lstStyle>
            <a:lvl1pPr marL="0" indent="0" algn="r">
              <a:lnSpc>
                <a:spcPct val="90000"/>
              </a:lnSpc>
              <a:buNone/>
              <a:defRPr lang="en-US" sz="13800" b="0" dirty="0">
                <a:latin typeface="+mj-lt"/>
              </a:defRPr>
            </a:lvl1pPr>
          </a:lstStyle>
          <a:p>
            <a:pPr marL="0" lvl="0" indent="0">
              <a:lnSpc>
                <a:spcPct val="90000"/>
              </a:lnSpc>
              <a:buNone/>
            </a:pPr>
            <a:r>
              <a:rPr lang="en-US" dirty="0"/>
              <a:t>##%</a:t>
            </a:r>
          </a:p>
        </p:txBody>
      </p:sp>
    </p:spTree>
    <p:extLst>
      <p:ext uri="{BB962C8B-B14F-4D97-AF65-F5344CB8AC3E}">
        <p14:creationId xmlns:p14="http://schemas.microsoft.com/office/powerpoint/2010/main" val="31429174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860804" y="4191001"/>
            <a:ext cx="8470392" cy="1762537"/>
          </a:xfrm>
        </p:spPr>
        <p:txBody>
          <a:bodyPr anchor="t">
            <a:normAutofit/>
          </a:bodyPr>
          <a:lstStyle>
            <a:lvl1pPr algn="ctr">
              <a:lnSpc>
                <a:spcPct val="110000"/>
              </a:lnSpc>
              <a:defRPr lang="en-US" sz="2000" b="0" kern="1200" cap="all" spc="600" baseline="0">
                <a:solidFill>
                  <a:schemeClr val="tx1"/>
                </a:solidFill>
                <a:latin typeface="+mn-lt"/>
                <a:ea typeface="+mj-ea"/>
                <a:cs typeface="+mj-cs"/>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860804" y="694935"/>
            <a:ext cx="8470392" cy="3496065"/>
          </a:xfrm>
        </p:spPr>
        <p:txBody>
          <a:bodyPr anchor="b">
            <a:normAutofit/>
          </a:bodyPr>
          <a:lstStyle>
            <a:lvl1pPr marL="0" indent="0" algn="ctr">
              <a:lnSpc>
                <a:spcPct val="90000"/>
              </a:lnSpc>
              <a:buNone/>
              <a:defRPr sz="138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3300386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39147" y="1830774"/>
            <a:ext cx="9113707" cy="3196443"/>
          </a:xfrm>
        </p:spPr>
        <p:txBody>
          <a:bodyPr vert="horz" lIns="91440" tIns="45720" rIns="91440" bIns="45720" rtlCol="0" anchor="ctr">
            <a:normAutofit/>
          </a:bodyPr>
          <a:lstStyle>
            <a:lvl1pPr marL="0" indent="0" algn="ctr">
              <a:lnSpc>
                <a:spcPct val="90000"/>
              </a:lnSpc>
              <a:buNone/>
              <a:defRPr lang="en-US" sz="4000" b="0" cap="all" spc="600" baseline="0" dirty="0">
                <a:ea typeface="+mj-ea"/>
                <a:cs typeface="+mj-cs"/>
              </a:defRPr>
            </a:lvl1pPr>
            <a:lvl2pPr marL="228600" indent="0" algn="ctr">
              <a:lnSpc>
                <a:spcPct val="90000"/>
              </a:lnSpc>
              <a:buNone/>
              <a:defRPr lang="en-US" sz="2000" dirty="0"/>
            </a:lvl2pPr>
            <a:lvl3pPr marL="457200" indent="0" algn="ctr">
              <a:lnSpc>
                <a:spcPct val="90000"/>
              </a:lnSpc>
              <a:buNone/>
              <a:defRPr lang="en-US" sz="2000" dirty="0"/>
            </a:lvl3pPr>
            <a:lvl4pPr marL="685800" indent="0" algn="ctr">
              <a:lnSpc>
                <a:spcPct val="90000"/>
              </a:lnSpc>
              <a:buNone/>
              <a:defRPr lang="en-US" sz="2000" dirty="0"/>
            </a:lvl4pPr>
            <a:lvl5pPr marL="914400" indent="0" algn="ctr">
              <a:lnSpc>
                <a:spcPct val="90000"/>
              </a:lnSpc>
              <a:buNone/>
              <a:defRPr lang="en-US" sz="2000" dirty="0"/>
            </a:lvl5pPr>
          </a:lstStyle>
          <a:p>
            <a:pPr lvl="0">
              <a:spcBef>
                <a:spcPct val="0"/>
              </a:spcBef>
              <a:buNone/>
            </a:pPr>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6873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78871" y="1325691"/>
            <a:ext cx="7169728" cy="4837366"/>
          </a:xfrm>
        </p:spPr>
        <p:txBody>
          <a:bodyPr anchor="b">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90131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A9D377F-07AE-65AF-821F-A5C0F12804B3}"/>
              </a:ext>
            </a:extLst>
          </p:cNvPr>
          <p:cNvSpPr>
            <a:spLocks noGrp="1"/>
          </p:cNvSpPr>
          <p:nvPr>
            <p:ph sz="quarter" idx="13" hasCustomPrompt="1"/>
          </p:nvPr>
        </p:nvSpPr>
        <p:spPr>
          <a:xfrm>
            <a:off x="678871" y="720332"/>
            <a:ext cx="6702552" cy="4306886"/>
          </a:xfrm>
        </p:spPr>
        <p:txBody>
          <a:bodyPr anchor="t">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41688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105400" y="5440680"/>
            <a:ext cx="6400800" cy="640080"/>
          </a:xfrm>
        </p:spPr>
        <p:txBody>
          <a:bodyPr anchor="ctr">
            <a:normAutofit/>
          </a:bodyPr>
          <a:lstStyle>
            <a:lvl1pPr algn="r">
              <a:lnSpc>
                <a:spcPct val="120000"/>
              </a:lnSpc>
              <a:defRPr sz="16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105400" y="1600200"/>
            <a:ext cx="6400800" cy="3332480"/>
          </a:xfrm>
        </p:spPr>
        <p:txBody>
          <a:bodyPr anchor="b">
            <a:normAutofit/>
          </a:bodyPr>
          <a:lstStyle>
            <a:lvl1pPr marL="164592" indent="-164592" algn="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29104863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A93739-F149-35A6-ADA9-A0193DD6D4F2}"/>
              </a:ext>
            </a:extLst>
          </p:cNvPr>
          <p:cNvSpPr>
            <a:spLocks noGrp="1"/>
          </p:cNvSpPr>
          <p:nvPr>
            <p:ph type="title" hasCustomPrompt="1"/>
          </p:nvPr>
        </p:nvSpPr>
        <p:spPr>
          <a:xfrm>
            <a:off x="678872" y="5440354"/>
            <a:ext cx="5102352" cy="669472"/>
          </a:xfrm>
        </p:spPr>
        <p:txBody>
          <a:bodyPr anchor="ctr"/>
          <a:lstStyle>
            <a:lvl1pPr>
              <a:lnSpc>
                <a:spcPct val="120000"/>
              </a:lnSpc>
              <a:defRPr sz="1600" spc="0" baseline="0"/>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78872" y="914400"/>
            <a:ext cx="5102352" cy="4206240"/>
          </a:xfrm>
        </p:spPr>
        <p:txBody>
          <a:bodyPr anchor="b">
            <a:normAutofit/>
          </a:bodyPr>
          <a:lstStyle>
            <a:lvl1pPr marL="0" indent="0">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2548248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43EF64-B72A-842D-443E-85E51FB9C0C7}"/>
              </a:ext>
            </a:extLst>
          </p:cNvPr>
          <p:cNvSpPr>
            <a:spLocks noGrp="1"/>
          </p:cNvSpPr>
          <p:nvPr>
            <p:ph type="title" hasCustomPrompt="1"/>
          </p:nvPr>
        </p:nvSpPr>
        <p:spPr>
          <a:xfrm>
            <a:off x="2895600" y="4602480"/>
            <a:ext cx="6400800" cy="640080"/>
          </a:xfrm>
        </p:spPr>
        <p:txBody>
          <a:bodyPr anchor="ctr">
            <a:normAutofit/>
          </a:bodyPr>
          <a:lstStyle>
            <a:lvl1pPr algn="ctr">
              <a:lnSpc>
                <a:spcPct val="120000"/>
              </a:lnSpc>
              <a:defRPr sz="1600" spc="0">
                <a:solidFill>
                  <a:schemeClr val="tx1"/>
                </a:solidFill>
                <a:latin typeface="+mn-lt"/>
              </a:defRPr>
            </a:lvl1pPr>
          </a:lstStyle>
          <a:p>
            <a:r>
              <a:rPr lang="en-US" dirty="0"/>
              <a:t>Quote Author</a:t>
            </a:r>
          </a:p>
        </p:txBody>
      </p:sp>
      <p:sp>
        <p:nvSpPr>
          <p:cNvPr id="4" name="Content Placeholder 6">
            <a:extLst>
              <a:ext uri="{FF2B5EF4-FFF2-40B4-BE49-F238E27FC236}">
                <a16:creationId xmlns:a16="http://schemas.microsoft.com/office/drawing/2014/main" id="{0648D1EC-4439-0A29-775B-BBF446B5FEC6}"/>
              </a:ext>
            </a:extLst>
          </p:cNvPr>
          <p:cNvSpPr>
            <a:spLocks noGrp="1"/>
          </p:cNvSpPr>
          <p:nvPr>
            <p:ph sz="quarter" idx="13" hasCustomPrompt="1"/>
          </p:nvPr>
        </p:nvSpPr>
        <p:spPr>
          <a:xfrm>
            <a:off x="1466850" y="1143000"/>
            <a:ext cx="9258300" cy="2951480"/>
          </a:xfrm>
        </p:spPr>
        <p:txBody>
          <a:bodyPr anchor="b">
            <a:normAutofit/>
          </a:bodyPr>
          <a:lstStyle>
            <a:lvl1pPr marL="164592" indent="-164592" algn="ct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19709600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48E0A-DAAD-770F-21DF-99504CDB6948}"/>
              </a:ext>
            </a:extLst>
          </p:cNvPr>
          <p:cNvSpPr>
            <a:spLocks noGrp="1"/>
          </p:cNvSpPr>
          <p:nvPr>
            <p:ph type="title"/>
          </p:nvPr>
        </p:nvSpPr>
        <p:spPr>
          <a:xfrm>
            <a:off x="678871" y="694932"/>
            <a:ext cx="10827330" cy="985966"/>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6122" y="2057399"/>
            <a:ext cx="5140007"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5872" y="2057399"/>
            <a:ext cx="5140328"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EA833E-541C-85C6-BF1E-EC605C8F4B39}"/>
              </a:ext>
            </a:extLst>
          </p:cNvPr>
          <p:cNvSpPr>
            <a:spLocks noGrp="1"/>
          </p:cNvSpPr>
          <p:nvPr>
            <p:ph type="ftr" sz="quarter" idx="18"/>
          </p:nvPr>
        </p:nvSpPr>
        <p:spPr/>
        <p:txBody>
          <a:bodyPr/>
          <a:lstStyle/>
          <a:p>
            <a:endParaRPr lang="en-US" dirty="0"/>
          </a:p>
        </p:txBody>
      </p:sp>
      <p:sp>
        <p:nvSpPr>
          <p:cNvPr id="2" name="Date Placeholder 1">
            <a:extLst>
              <a:ext uri="{FF2B5EF4-FFF2-40B4-BE49-F238E27FC236}">
                <a16:creationId xmlns:a16="http://schemas.microsoft.com/office/drawing/2014/main" id="{F14C70C3-D6A0-EE88-649F-33534359824B}"/>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05795649-E940-A4B1-5901-B56C3AF3CD3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81241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B7E0276-8109-589D-7633-DD4218D7AD4D}"/>
              </a:ext>
            </a:extLst>
          </p:cNvPr>
          <p:cNvSpPr>
            <a:spLocks noGrp="1"/>
          </p:cNvSpPr>
          <p:nvPr>
            <p:ph type="title"/>
          </p:nvPr>
        </p:nvSpPr>
        <p:spPr>
          <a:xfrm>
            <a:off x="678870" y="694932"/>
            <a:ext cx="10827329" cy="985966"/>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78870" y="1954766"/>
            <a:ext cx="514741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5774" y="1954766"/>
            <a:ext cx="5141914"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068456CB-E141-4FD9-87C3-ECEBF8A7D9A1}"/>
              </a:ext>
            </a:extLst>
          </p:cNvPr>
          <p:cNvSpPr>
            <a:spLocks noGrp="1"/>
          </p:cNvSpPr>
          <p:nvPr>
            <p:ph sz="quarter" idx="15"/>
          </p:nvPr>
        </p:nvSpPr>
        <p:spPr>
          <a:xfrm>
            <a:off x="680459" y="2788468"/>
            <a:ext cx="5145670"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8C7E4C7-BE12-E106-3871-9FD922E346B3}"/>
              </a:ext>
            </a:extLst>
          </p:cNvPr>
          <p:cNvSpPr>
            <a:spLocks noGrp="1"/>
          </p:cNvSpPr>
          <p:nvPr>
            <p:ph sz="quarter" idx="16"/>
          </p:nvPr>
        </p:nvSpPr>
        <p:spPr>
          <a:xfrm>
            <a:off x="6365871" y="2788468"/>
            <a:ext cx="5140177"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F60D6F2-E303-8711-DD86-38797649A730}"/>
              </a:ext>
            </a:extLst>
          </p:cNvPr>
          <p:cNvSpPr>
            <a:spLocks noGrp="1"/>
          </p:cNvSpPr>
          <p:nvPr>
            <p:ph type="ftr" sz="quarter" idx="18"/>
          </p:nvPr>
        </p:nvSpPr>
        <p:spPr/>
        <p:txBody>
          <a:bodyPr/>
          <a:lstStyle/>
          <a:p>
            <a:endParaRPr lang="en-US" dirty="0"/>
          </a:p>
        </p:txBody>
      </p:sp>
      <p:sp>
        <p:nvSpPr>
          <p:cNvPr id="2" name="Date Placeholder 1">
            <a:extLst>
              <a:ext uri="{FF2B5EF4-FFF2-40B4-BE49-F238E27FC236}">
                <a16:creationId xmlns:a16="http://schemas.microsoft.com/office/drawing/2014/main" id="{7C3E9AFB-293B-FDFA-726C-92E53E70E9AF}"/>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365AF8AA-F8D4-60EA-F11A-6775234BA52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82965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A025B8-8BA0-89AA-4360-51FBAF2B224B}"/>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Footer Placeholder 2">
            <a:extLst>
              <a:ext uri="{FF2B5EF4-FFF2-40B4-BE49-F238E27FC236}">
                <a16:creationId xmlns:a16="http://schemas.microsoft.com/office/drawing/2014/main" id="{BAC59BD1-7576-196A-D571-FD57E7190429}"/>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D684E8B1-4F38-9B1B-6424-6BC2452D4DE6}"/>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2004E196-21CE-CE9F-7563-03912CCB4D6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7538392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B9ECF3-58F8-D0BC-147E-E4CFB4923C49}"/>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5C939631-83CC-B848-B327-B33DAF5AF158}"/>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68070C40-BA47-C8B9-46F3-E3616FAC2C2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097886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2" y="685800"/>
            <a:ext cx="3962398" cy="1616185"/>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85801" y="2590800"/>
            <a:ext cx="3962399" cy="357225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85800"/>
            <a:ext cx="6371491" cy="546812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62065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78871" y="685800"/>
            <a:ext cx="4242643" cy="162493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0679" y="2826137"/>
            <a:ext cx="4230787" cy="333692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698756"/>
            <a:ext cx="6165717" cy="5442639"/>
          </a:xfrm>
          <a:blipFill>
            <a:blip r:embed="rId2">
              <a:alphaModFix amt="60000"/>
              <a:extLst>
                <a:ext uri="{28A0092B-C50C-407E-A947-70E740481C1C}">
                  <a14:useLocalDpi xmlns:a14="http://schemas.microsoft.com/office/drawing/2010/main" val="0"/>
                </a:ext>
              </a:extLst>
            </a:blip>
            <a:srcRect/>
            <a:stretch>
              <a:fillRect l="-28837" r="-28837"/>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327748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685800"/>
            <a:ext cx="5417129" cy="1819664"/>
          </a:xfrm>
        </p:spPr>
        <p:txBody>
          <a:bodyPr anchor="t">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78871" y="3276599"/>
            <a:ext cx="10827329" cy="288645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6179F71-BB04-AC80-5A43-4718DF5050BB}"/>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B2C1D9A8-162F-30DE-21D0-F531C2AC38B5}"/>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91903FBD-DD44-33D2-4C38-3C6BF9FB5E0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859345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06305"/>
            <a:ext cx="6370507" cy="1842020"/>
          </a:xfrm>
        </p:spPr>
        <p:txBody>
          <a:bodyPr anchor="b">
            <a:no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78871" y="2701660"/>
            <a:ext cx="6370507" cy="2325557"/>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09DDBCCE-CCAB-448A-1E13-595ADE9E2A88}"/>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1" name="Slide Number Placeholder 5">
            <a:extLst>
              <a:ext uri="{FF2B5EF4-FFF2-40B4-BE49-F238E27FC236}">
                <a16:creationId xmlns:a16="http://schemas.microsoft.com/office/drawing/2014/main" id="{02C093BF-07F3-517D-599F-4A80C3D441E7}"/>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959206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78871" y="694938"/>
            <a:ext cx="10825637" cy="79208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78872" y="1676400"/>
            <a:ext cx="10825636" cy="44866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ectangle 10" hidden="1">
            <a:extLst>
              <a:ext uri="{FF2B5EF4-FFF2-40B4-BE49-F238E27FC236}">
                <a16:creationId xmlns:a16="http://schemas.microsoft.com/office/drawing/2014/main" id="{D7982C74-1A7B-1EF6-C767-EC1102B8BC05}"/>
              </a:ext>
            </a:extLst>
          </p:cNvPr>
          <p:cNvSpPr/>
          <p:nvPr/>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hidden="1">
            <a:extLst>
              <a:ext uri="{FF2B5EF4-FFF2-40B4-BE49-F238E27FC236}">
                <a16:creationId xmlns:a16="http://schemas.microsoft.com/office/drawing/2014/main" id="{1C58F15E-3B29-FA0D-33D1-930904DB63AC}"/>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3">
            <a:extLst>
              <a:ext uri="{FF2B5EF4-FFF2-40B4-BE49-F238E27FC236}">
                <a16:creationId xmlns:a16="http://schemas.microsoft.com/office/drawing/2014/main" id="{CACE51C6-D285-36B9-E05D-34304BF86607}"/>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53C65791-CE33-6F98-64A9-9C6803567DBD}"/>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9C4E2BDE-BF41-53AE-AAF9-E1E0BE6AB889}"/>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rtl="0">
              <a:defRPr sz="900">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9491445"/>
      </p:ext>
    </p:extLst>
  </p:cSld>
  <p:clrMap bg1="dk1" tx1="lt1" bg2="dk2" tx2="lt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 id="2147484024" r:id="rId13"/>
    <p:sldLayoutId id="2147484025" r:id="rId14"/>
    <p:sldLayoutId id="2147484026" r:id="rId15"/>
    <p:sldLayoutId id="2147484027" r:id="rId16"/>
    <p:sldLayoutId id="2147484028" r:id="rId17"/>
    <p:sldLayoutId id="2147484029" r:id="rId18"/>
    <p:sldLayoutId id="2147484030" r:id="rId19"/>
    <p:sldLayoutId id="2147484031" r:id="rId20"/>
    <p:sldLayoutId id="2147484032" r:id="rId21"/>
    <p:sldLayoutId id="2147484033" r:id="rId22"/>
    <p:sldLayoutId id="2147484034" r:id="rId23"/>
    <p:sldLayoutId id="2147484035" r:id="rId24"/>
    <p:sldLayoutId id="2147484036" r:id="rId25"/>
    <p:sldLayoutId id="2147484037" r:id="rId26"/>
    <p:sldLayoutId id="2147484038" r:id="rId27"/>
    <p:sldLayoutId id="2147484039" r:id="rId28"/>
    <p:sldLayoutId id="2147484040" r:id="rId29"/>
    <p:sldLayoutId id="2147484041" r:id="rId30"/>
    <p:sldLayoutId id="2147484042" r:id="rId31"/>
    <p:sldLayoutId id="2147484043" r:id="rId32"/>
    <p:sldLayoutId id="2147484044" r:id="rId33"/>
    <p:sldLayoutId id="2147484045" r:id="rId34"/>
    <p:sldLayoutId id="2147484046" r:id="rId35"/>
    <p:sldLayoutId id="2147484047" r:id="rId36"/>
    <p:sldLayoutId id="2147484048" r:id="rId37"/>
    <p:sldLayoutId id="2147484049" r:id="rId38"/>
    <p:sldLayoutId id="2147484050" r:id="rId39"/>
    <p:sldLayoutId id="2147484051" r:id="rId40"/>
    <p:sldLayoutId id="2147484052" r:id="rId41"/>
    <p:sldLayoutId id="2147484053" r:id="rId42"/>
    <p:sldLayoutId id="2147484054" r:id="rId43"/>
    <p:sldLayoutId id="2147484055" r:id="rId44"/>
    <p:sldLayoutId id="2147484056" r:id="rId45"/>
    <p:sldLayoutId id="2147484057" r:id="rId46"/>
    <p:sldLayoutId id="2147484058" r:id="rId47"/>
    <p:sldLayoutId id="2147484059" r:id="rId48"/>
    <p:sldLayoutId id="2147484060" r:id="rId49"/>
    <p:sldLayoutId id="2147484061" r:id="rId50"/>
    <p:sldLayoutId id="2147484062" r:id="rId51"/>
    <p:sldLayoutId id="2147484063" r:id="rId52"/>
  </p:sldLayoutIdLst>
  <p:hf sldNum="0" hdr="0" ftr="0" dt="0"/>
  <p:txStyles>
    <p:titleStyle>
      <a:lvl1pPr algn="l" defTabSz="914400" rtl="0" eaLnBrk="1" latinLnBrk="0" hangingPunct="1">
        <a:lnSpc>
          <a:spcPct val="100000"/>
        </a:lnSpc>
        <a:spcBef>
          <a:spcPct val="0"/>
        </a:spcBef>
        <a:buNone/>
        <a:defRPr sz="2800" b="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userDrawn="1">
          <p15:clr>
            <a:srgbClr val="F26B43"/>
          </p15:clr>
        </p15:guide>
        <p15:guide id="28" pos="3840" userDrawn="1">
          <p15:clr>
            <a:srgbClr val="F26B43"/>
          </p15:clr>
        </p15:guide>
        <p15:guide id="29" pos="7296" userDrawn="1">
          <p15:clr>
            <a:srgbClr val="F26B43"/>
          </p15:clr>
        </p15:guide>
        <p15:guide id="30" pos="3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a:xfrm>
            <a:off x="6248400" y="2819400"/>
            <a:ext cx="5029200" cy="1295400"/>
          </a:xfrm>
        </p:spPr>
        <p:txBody>
          <a:bodyPr>
            <a:normAutofit fontScale="90000"/>
          </a:bodyPr>
          <a:lstStyle/>
          <a:p>
            <a:r>
              <a:rPr lang="en-US" dirty="0"/>
              <a:t>CSC 4370 Project PROPOSAL </a:t>
            </a:r>
            <a:br>
              <a:rPr lang="en-US" dirty="0"/>
            </a:br>
            <a:r>
              <a:rPr lang="en-US" dirty="0"/>
              <a:t>(</a:t>
            </a:r>
            <a:r>
              <a:rPr lang="en-US" dirty="0" err="1"/>
              <a:t>ShopSMART</a:t>
            </a:r>
            <a:r>
              <a:rPr lang="en-US" dirty="0"/>
              <a:t>)</a:t>
            </a:r>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a:xfrm>
            <a:off x="6248400" y="4270248"/>
            <a:ext cx="5029200" cy="685800"/>
          </a:xfrm>
        </p:spPr>
        <p:txBody>
          <a:bodyPr>
            <a:normAutofit/>
          </a:bodyPr>
          <a:lstStyle/>
          <a:p>
            <a:r>
              <a:rPr lang="en-US" dirty="0"/>
              <a:t>By: Dalu Nwosu</a:t>
            </a:r>
          </a:p>
        </p:txBody>
      </p:sp>
    </p:spTree>
    <p:extLst>
      <p:ext uri="{BB962C8B-B14F-4D97-AF65-F5344CB8AC3E}">
        <p14:creationId xmlns:p14="http://schemas.microsoft.com/office/powerpoint/2010/main" val="23296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D4309-232C-7B9D-7B87-5C70EBB68691}"/>
              </a:ext>
            </a:extLst>
          </p:cNvPr>
          <p:cNvSpPr>
            <a:spLocks noGrp="1"/>
          </p:cNvSpPr>
          <p:nvPr>
            <p:ph type="title"/>
          </p:nvPr>
        </p:nvSpPr>
        <p:spPr/>
        <p:txBody>
          <a:bodyPr/>
          <a:lstStyle/>
          <a:p>
            <a:r>
              <a:rPr lang="en-US" dirty="0"/>
              <a:t>What I would to learn during this course</a:t>
            </a:r>
            <a:endParaRPr lang="en-GB" dirty="0"/>
          </a:p>
        </p:txBody>
      </p:sp>
      <p:sp>
        <p:nvSpPr>
          <p:cNvPr id="3" name="Content Placeholder 2">
            <a:extLst>
              <a:ext uri="{FF2B5EF4-FFF2-40B4-BE49-F238E27FC236}">
                <a16:creationId xmlns:a16="http://schemas.microsoft.com/office/drawing/2014/main" id="{588F8F2B-DCDC-5635-4661-8647566D69ED}"/>
              </a:ext>
            </a:extLst>
          </p:cNvPr>
          <p:cNvSpPr>
            <a:spLocks noGrp="1"/>
          </p:cNvSpPr>
          <p:nvPr>
            <p:ph idx="1"/>
          </p:nvPr>
        </p:nvSpPr>
        <p:spPr/>
        <p:txBody>
          <a:bodyPr>
            <a:normAutofit lnSpcReduction="10000"/>
          </a:bodyPr>
          <a:lstStyle/>
          <a:p>
            <a:r>
              <a:rPr lang="en-GB" sz="2000" dirty="0"/>
              <a:t>I was introduced to coding through HTML and CSS, and I've built projects with them before. But since coming to college, I've been so deep in backend work that I've lost touch with what actually drew me to coding in the first place.</a:t>
            </a:r>
          </a:p>
          <a:p>
            <a:r>
              <a:rPr lang="en-GB" sz="2000" dirty="0"/>
              <a:t>I want to fully master HTML and CSS, and pair that with my backend skills in JavaScript, Python, and SQL to build complete, fully functional web applications. I know people and family members with small businesses who've mentioned wanting a website, and I want to sharpen my craft enough to build them something that looks like it cost thousands of dollars, even if it didn't.</a:t>
            </a:r>
          </a:p>
          <a:p>
            <a:r>
              <a:rPr lang="en-GB" sz="2000" dirty="0"/>
              <a:t>The frontend is the part of a program people actually see. It's what draws people to a site and keeps them there, and it's the part I want to get better at, along with UI/UX in general.</a:t>
            </a:r>
          </a:p>
          <a:p>
            <a:r>
              <a:rPr lang="en-GB" sz="2000" dirty="0"/>
              <a:t>And with this project specifically, I’ll have to master my API utilization skills as well as pretty much programming my own AI agent.</a:t>
            </a:r>
          </a:p>
          <a:p>
            <a:endParaRPr lang="en-GB" dirty="0"/>
          </a:p>
        </p:txBody>
      </p:sp>
    </p:spTree>
    <p:extLst>
      <p:ext uri="{BB962C8B-B14F-4D97-AF65-F5344CB8AC3E}">
        <p14:creationId xmlns:p14="http://schemas.microsoft.com/office/powerpoint/2010/main" val="4173566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A3124-AC08-E071-30E7-F48B5FE28106}"/>
              </a:ext>
            </a:extLst>
          </p:cNvPr>
          <p:cNvSpPr>
            <a:spLocks noGrp="1"/>
          </p:cNvSpPr>
          <p:nvPr>
            <p:ph type="title"/>
          </p:nvPr>
        </p:nvSpPr>
        <p:spPr/>
        <p:txBody>
          <a:bodyPr>
            <a:normAutofit fontScale="90000"/>
          </a:bodyPr>
          <a:lstStyle/>
          <a:p>
            <a:r>
              <a:rPr lang="en-GB" dirty="0"/>
              <a:t>What would you like to develop for your project?</a:t>
            </a:r>
            <a:br>
              <a:rPr lang="en-GB" dirty="0"/>
            </a:br>
            <a:endParaRPr lang="en-GB" b="1" dirty="0"/>
          </a:p>
        </p:txBody>
      </p:sp>
      <p:sp>
        <p:nvSpPr>
          <p:cNvPr id="3" name="Content Placeholder 2">
            <a:extLst>
              <a:ext uri="{FF2B5EF4-FFF2-40B4-BE49-F238E27FC236}">
                <a16:creationId xmlns:a16="http://schemas.microsoft.com/office/drawing/2014/main" id="{9A95C09B-E8EA-3980-17CB-E8B9C92A868A}"/>
              </a:ext>
            </a:extLst>
          </p:cNvPr>
          <p:cNvSpPr>
            <a:spLocks noGrp="1"/>
          </p:cNvSpPr>
          <p:nvPr>
            <p:ph idx="1"/>
          </p:nvPr>
        </p:nvSpPr>
        <p:spPr/>
        <p:txBody>
          <a:bodyPr/>
          <a:lstStyle/>
          <a:p>
            <a:r>
              <a:rPr lang="en-GB" sz="2000" dirty="0" err="1"/>
              <a:t>ShopSmart</a:t>
            </a:r>
            <a:r>
              <a:rPr lang="en-GB" sz="2000" dirty="0"/>
              <a:t> is a shopping list web app powered by an AI agent and grocery pricing APIs, built to take the guesswork out of where to shop. The first time you use it, you set your preferred brands for the groceries and food staples you buy regularly, a one-time setup that </a:t>
            </a:r>
            <a:r>
              <a:rPr lang="en-GB" sz="2000" dirty="0" err="1"/>
              <a:t>ShopSmart</a:t>
            </a:r>
            <a:r>
              <a:rPr lang="en-GB" sz="2000" dirty="0"/>
              <a:t> remembers from then on. From there, it automatically generates a shopping list pulled from every supermarket within a radius you set, showing you real-time availability and price differences store by store. That means before you ever leave the house, you already know which store will give you the cheapest checkout. </a:t>
            </a:r>
            <a:r>
              <a:rPr lang="en-GB" sz="2000" dirty="0" err="1"/>
              <a:t>ShopSmart</a:t>
            </a:r>
            <a:r>
              <a:rPr lang="en-GB" sz="2000" dirty="0"/>
              <a:t> also handles store-exclusive items intelligently. If a product isn't carried at a particular store, say, a Kroger brand item that Target doesn't stock, the AI agent suggests a comparable alternative, so your list is never left incomplete.</a:t>
            </a:r>
          </a:p>
          <a:p>
            <a:endParaRPr lang="en-GB" dirty="0"/>
          </a:p>
        </p:txBody>
      </p:sp>
    </p:spTree>
    <p:extLst>
      <p:ext uri="{BB962C8B-B14F-4D97-AF65-F5344CB8AC3E}">
        <p14:creationId xmlns:p14="http://schemas.microsoft.com/office/powerpoint/2010/main" val="421925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F401A-2797-91F8-F59B-80DDBF81E7CB}"/>
              </a:ext>
            </a:extLst>
          </p:cNvPr>
          <p:cNvSpPr>
            <a:spLocks noGrp="1"/>
          </p:cNvSpPr>
          <p:nvPr>
            <p:ph type="title"/>
          </p:nvPr>
        </p:nvSpPr>
        <p:spPr>
          <a:xfrm>
            <a:off x="678872" y="360635"/>
            <a:ext cx="10827328" cy="985966"/>
          </a:xfrm>
        </p:spPr>
        <p:txBody>
          <a:bodyPr>
            <a:normAutofit fontScale="90000"/>
          </a:bodyPr>
          <a:lstStyle/>
          <a:p>
            <a:r>
              <a:rPr lang="en-GB" dirty="0"/>
              <a:t>What features (functional requirements) will it have for your user(s)?</a:t>
            </a:r>
            <a:br>
              <a:rPr lang="en-GB" dirty="0"/>
            </a:br>
            <a:endParaRPr lang="en-GB" dirty="0"/>
          </a:p>
        </p:txBody>
      </p:sp>
      <p:sp>
        <p:nvSpPr>
          <p:cNvPr id="3" name="Content Placeholder 2">
            <a:extLst>
              <a:ext uri="{FF2B5EF4-FFF2-40B4-BE49-F238E27FC236}">
                <a16:creationId xmlns:a16="http://schemas.microsoft.com/office/drawing/2014/main" id="{14BD229C-C02E-DBC4-B36D-B4681D6FEA41}"/>
              </a:ext>
            </a:extLst>
          </p:cNvPr>
          <p:cNvSpPr>
            <a:spLocks noGrp="1"/>
          </p:cNvSpPr>
          <p:nvPr>
            <p:ph idx="1"/>
          </p:nvPr>
        </p:nvSpPr>
        <p:spPr>
          <a:xfrm>
            <a:off x="678872" y="1592826"/>
            <a:ext cx="10827328" cy="5063613"/>
          </a:xfrm>
        </p:spPr>
        <p:txBody>
          <a:bodyPr>
            <a:normAutofit fontScale="92500" lnSpcReduction="10000"/>
          </a:bodyPr>
          <a:lstStyle/>
          <a:p>
            <a:r>
              <a:rPr lang="en-GB" dirty="0"/>
              <a:t>Account creation &amp; sign-in: users can create an account and log back in to access their saved preferences and lists.</a:t>
            </a:r>
          </a:p>
          <a:p>
            <a:r>
              <a:rPr lang="en-GB" dirty="0"/>
              <a:t> Brand preference setup: users can select and save their preferred brands for grocery items on first use, without repeating the process on future visits.</a:t>
            </a:r>
          </a:p>
          <a:p>
            <a:r>
              <a:rPr lang="en-GB" dirty="0"/>
              <a:t>Shopping list creation: users can build, edit, and save a shopping list of items they want to buy.</a:t>
            </a:r>
          </a:p>
          <a:p>
            <a:r>
              <a:rPr lang="en-GB" dirty="0"/>
              <a:t>Location &amp; radius setting: users can set their location and a search radius to define which stores are included in price comparisons.</a:t>
            </a:r>
          </a:p>
          <a:p>
            <a:r>
              <a:rPr lang="en-GB" dirty="0"/>
              <a:t>Store price comparison: users can view a side-by-side breakdown of prices for their full list across all supermarkets within their set radius.</a:t>
            </a:r>
          </a:p>
          <a:p>
            <a:r>
              <a:rPr lang="en-GB" dirty="0"/>
              <a:t>Discount &amp; deal visibility: users can see active discounts or promotions factored into each store's total.</a:t>
            </a:r>
          </a:p>
          <a:p>
            <a:r>
              <a:rPr lang="en-GB" dirty="0"/>
              <a:t>Membership Price Comparison: users will be able to see the differences in prices for members and non-members at a specific store.</a:t>
            </a:r>
          </a:p>
          <a:p>
            <a:r>
              <a:rPr lang="en-GB" dirty="0"/>
              <a:t>Total cost comparison: users can view the total checkout cost per store, so they can immediately identify the cheapest option.</a:t>
            </a:r>
          </a:p>
          <a:p>
            <a:r>
              <a:rPr lang="en-GB" dirty="0"/>
              <a:t>Item availability check: users can see whether each item on their list is in stock or carried at a given store.</a:t>
            </a:r>
          </a:p>
          <a:p>
            <a:r>
              <a:rPr lang="en-GB" dirty="0"/>
              <a:t>Alternative item suggestions: when a preferred item isn't available at a store (e.g., a store-exclusive brand), users receive a comparable alternative suggested by the AI agent.</a:t>
            </a:r>
          </a:p>
          <a:p>
            <a:r>
              <a:rPr lang="en-GB" dirty="0"/>
              <a:t>List persistence: users can return to a saved list later without rebuilding it from scratch.</a:t>
            </a:r>
          </a:p>
          <a:p>
            <a:r>
              <a:rPr lang="en-GB" dirty="0"/>
              <a:t>Preference editing: users can update or change their preferred brands at any time after initial setup.</a:t>
            </a:r>
          </a:p>
          <a:p>
            <a:endParaRPr lang="en-GB" dirty="0"/>
          </a:p>
        </p:txBody>
      </p:sp>
    </p:spTree>
    <p:extLst>
      <p:ext uri="{BB962C8B-B14F-4D97-AF65-F5344CB8AC3E}">
        <p14:creationId xmlns:p14="http://schemas.microsoft.com/office/powerpoint/2010/main" val="3076835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4E6CF-C81D-E854-D506-6BB509E510EF}"/>
              </a:ext>
            </a:extLst>
          </p:cNvPr>
          <p:cNvSpPr>
            <a:spLocks noGrp="1"/>
          </p:cNvSpPr>
          <p:nvPr>
            <p:ph type="title"/>
          </p:nvPr>
        </p:nvSpPr>
        <p:spPr/>
        <p:txBody>
          <a:bodyPr>
            <a:normAutofit fontScale="90000"/>
          </a:bodyPr>
          <a:lstStyle/>
          <a:p>
            <a:r>
              <a:rPr lang="en-GB" dirty="0"/>
              <a:t>Why its motivating or exciting for you?</a:t>
            </a:r>
            <a:br>
              <a:rPr lang="en-GB" dirty="0"/>
            </a:br>
            <a:endParaRPr lang="en-GB" dirty="0"/>
          </a:p>
        </p:txBody>
      </p:sp>
      <p:sp>
        <p:nvSpPr>
          <p:cNvPr id="3" name="Content Placeholder 2">
            <a:extLst>
              <a:ext uri="{FF2B5EF4-FFF2-40B4-BE49-F238E27FC236}">
                <a16:creationId xmlns:a16="http://schemas.microsoft.com/office/drawing/2014/main" id="{745AEB96-2373-5460-7E10-C720B497ED9C}"/>
              </a:ext>
            </a:extLst>
          </p:cNvPr>
          <p:cNvSpPr>
            <a:spLocks noGrp="1"/>
          </p:cNvSpPr>
          <p:nvPr>
            <p:ph idx="1"/>
          </p:nvPr>
        </p:nvSpPr>
        <p:spPr/>
        <p:txBody>
          <a:bodyPr/>
          <a:lstStyle/>
          <a:p>
            <a:r>
              <a:rPr lang="en-GB" sz="1800" dirty="0"/>
              <a:t>As students, we're all on budgets. Who wouldn't want to know the cheapest place to get your list before even leaving the house? Sometimes I look at my receipt and wonder if that was actually the best price, or did I just not know any better? And that feeling when you buy something, then walk into a different store a few days later and see the exact same thing way cheaper? Yeah, that needs to stop happening. We've all been there. That's basically the whole point of </a:t>
            </a:r>
            <a:r>
              <a:rPr lang="en-GB" sz="1800" dirty="0" err="1"/>
              <a:t>ShopSmart</a:t>
            </a:r>
            <a:r>
              <a:rPr lang="en-GB" sz="1800" dirty="0"/>
              <a:t>. Instead of finding out you could’ve saved after spending the money, you know ahead of time which store’s cheapest, where the deals are, and what your total’s going to look like,  all before you even step outside. The savings call is in your hands from your couch.</a:t>
            </a:r>
          </a:p>
          <a:p>
            <a:r>
              <a:rPr lang="en-GB" sz="1800" dirty="0"/>
              <a:t>It’s a project I’ve been thinking about for a minute, and I feel it’s something that will help not just us students but genuinely everyone. People would no longer need to go from store to store to see where they can get the best deal. They can just do that from their phone. I’ve always wanted to build a project that could make life more convenient for myself and others, and this is something I came up with. </a:t>
            </a:r>
          </a:p>
        </p:txBody>
      </p:sp>
    </p:spTree>
    <p:extLst>
      <p:ext uri="{BB962C8B-B14F-4D97-AF65-F5344CB8AC3E}">
        <p14:creationId xmlns:p14="http://schemas.microsoft.com/office/powerpoint/2010/main" val="758618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4FB51F8-4807-5B93-69CF-7515E04FE107}"/>
              </a:ext>
            </a:extLst>
          </p:cNvPr>
          <p:cNvSpPr>
            <a:spLocks noGrp="1"/>
          </p:cNvSpPr>
          <p:nvPr>
            <p:ph type="title"/>
          </p:nvPr>
        </p:nvSpPr>
        <p:spPr>
          <a:xfrm>
            <a:off x="685799" y="1050111"/>
            <a:ext cx="3425026" cy="3977107"/>
          </a:xfrm>
        </p:spPr>
        <p:txBody>
          <a:bodyPr/>
          <a:lstStyle/>
          <a:p>
            <a:r>
              <a:rPr lang="en-US" dirty="0"/>
              <a:t>THANKS FOR LISTENING!!</a:t>
            </a:r>
          </a:p>
        </p:txBody>
      </p:sp>
      <p:pic>
        <p:nvPicPr>
          <p:cNvPr id="6" name="Content Placeholder 5" descr="Low Low Cortisol Meme - Low Low cortisol Cortisol - Discover &amp; Share GIFs">
            <a:extLst>
              <a:ext uri="{FF2B5EF4-FFF2-40B4-BE49-F238E27FC236}">
                <a16:creationId xmlns:a16="http://schemas.microsoft.com/office/drawing/2014/main" id="{3B67DC07-DB4A-92F7-8E34-7FD57DE1E406}"/>
              </a:ext>
            </a:extLst>
          </p:cNvPr>
          <p:cNvPicPr>
            <a:picLocks noGrp="1" noChangeAspect="1"/>
          </p:cNvPicPr>
          <p:nvPr>
            <p:ph sz="quarter" idx="13"/>
          </p:nvPr>
        </p:nvPicPr>
        <p:blipFill>
          <a:blip r:embed="rId2"/>
          <a:srcRect l="12459" r="1" b="1"/>
          <a:stretch>
            <a:fillRect/>
          </a:stretch>
        </p:blipFill>
        <p:spPr>
          <a:xfrm>
            <a:off x="4557770" y="1050111"/>
            <a:ext cx="6948431" cy="5119577"/>
          </a:xfrm>
          <a:prstGeom prst="rect">
            <a:avLst/>
          </a:prstGeom>
          <a:noFill/>
        </p:spPr>
      </p:pic>
    </p:spTree>
    <p:extLst>
      <p:ext uri="{BB962C8B-B14F-4D97-AF65-F5344CB8AC3E}">
        <p14:creationId xmlns:p14="http://schemas.microsoft.com/office/powerpoint/2010/main" val="129087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heme/theme1.xml><?xml version="1.0" encoding="utf-8"?>
<a:theme xmlns:a="http://schemas.openxmlformats.org/drawingml/2006/main" name="Northern light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13">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rthern lights_e16e022e-be2c-4e5f-a1a0-12ee95ec224d_wac_v2" id="{B6B6850C-8787-446D-AEF8-4F4B369C2BE6}" vid="{B649D6A8-486A-404C-BAE4-F6DCFECB1A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CAF6374-A7FD-4717-AFE0-646B462CEB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4B99ED26-B189-4BA1-99D0-1112D8C2F106}">
  <ds:schemaRefs>
    <ds:schemaRef ds:uri="http://purl.org/dc/terms/"/>
    <ds:schemaRef ds:uri="http://schemas.microsoft.com/office/2006/metadata/properties"/>
    <ds:schemaRef ds:uri="http://purl.org/dc/dcmitype/"/>
    <ds:schemaRef ds:uri="http://schemas.microsoft.com/office/2006/documentManagement/types"/>
    <ds:schemaRef ds:uri="230e9df3-be65-4c73-a93b-d1236ebd677e"/>
    <ds:schemaRef ds:uri="http://purl.org/dc/elements/1.1/"/>
    <ds:schemaRef ds:uri="http://schemas.microsoft.com/office/infopath/2007/PartnerControls"/>
    <ds:schemaRef ds:uri="http://www.w3.org/XML/1998/namespace"/>
    <ds:schemaRef ds:uri="http://schemas.openxmlformats.org/package/2006/metadata/core-properties"/>
    <ds:schemaRef ds:uri="16c05727-aa75-4e4a-9b5f-8a80a1165891"/>
    <ds:schemaRef ds:uri="71af3243-3dd4-4a8d-8c0d-dd76da1f02a5"/>
    <ds:schemaRef ds:uri="http://schemas.microsoft.com/sharepoint/v3"/>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Northern lights</Template>
  <TotalTime>53</TotalTime>
  <Words>915</Words>
  <Application>Microsoft Office PowerPoint</Application>
  <PresentationFormat>Widescreen</PresentationFormat>
  <Paragraphs>27</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Avenir Next LT Pro</vt:lpstr>
      <vt:lpstr>Northern lights</vt:lpstr>
      <vt:lpstr>CSC 4370 Project PROPOSAL  (ShopSMART)</vt:lpstr>
      <vt:lpstr>What I would to learn during this course</vt:lpstr>
      <vt:lpstr>What would you like to develop for your project? </vt:lpstr>
      <vt:lpstr>What features (functional requirements) will it have for your user(s)? </vt:lpstr>
      <vt:lpstr>Why its motivating or exciting for you? </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Dalu Nwosu</dc:creator>
  <cp:lastModifiedBy>Dalu Nwosu</cp:lastModifiedBy>
  <cp:revision>1</cp:revision>
  <dcterms:created xsi:type="dcterms:W3CDTF">2026-09-22T19:02:06Z</dcterms:created>
  <dcterms:modified xsi:type="dcterms:W3CDTF">2026-09-22T19:55:32Z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